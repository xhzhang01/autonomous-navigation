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 hasCustomPrompt="tru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 hasCustomPrompt="true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 hasCustomPrompt="true"/>
          </p:nvPr>
        </p:nvSpPr>
        <p:spPr>
          <a:xfrm>
            <a:off x="646747" y="127000"/>
            <a:ext cx="4165200" cy="1600200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GIF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2021-07-26 23-05-45屏幕截图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865" y="516890"/>
            <a:ext cx="9679305" cy="5502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155575"/>
            <a:ext cx="10929620" cy="65462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" y="161290"/>
            <a:ext cx="10650855" cy="3187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tf_frames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0" y="1014095"/>
            <a:ext cx="10104120" cy="56788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" y="30480"/>
            <a:ext cx="7321550" cy="663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true"/>
          </p:cNvPicPr>
          <p:nvPr/>
        </p:nvPicPr>
        <p:blipFill>
          <a:blip r:embed="rId3"/>
          <a:srcRect r="24872"/>
          <a:stretch>
            <a:fillRect/>
          </a:stretch>
        </p:blipFill>
        <p:spPr>
          <a:xfrm>
            <a:off x="100330" y="694055"/>
            <a:ext cx="5501005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41605"/>
            <a:ext cx="7928610" cy="492760"/>
          </a:xfrm>
          <a:prstGeom prst="rect">
            <a:avLst/>
          </a:prstGeom>
        </p:spPr>
      </p:pic>
      <p:pic>
        <p:nvPicPr>
          <p:cNvPr id="5" name="图片 4" descr="quadrotor_test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45" y="899160"/>
            <a:ext cx="10498455" cy="55283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382905" y="962660"/>
            <a:ext cx="11562715" cy="3425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DejaVu Sans</vt:lpstr>
      <vt:lpstr>Arial Unicode MS</vt:lpstr>
      <vt:lpstr>Arial Black</vt:lpstr>
      <vt:lpstr>Droid Sans Fallback</vt:lpstr>
      <vt:lpstr>微软雅黑</vt:lpstr>
      <vt:lpstr>SimSun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runxin</dc:creator>
  <cp:lastModifiedBy>王潤欣</cp:lastModifiedBy>
  <cp:revision>2</cp:revision>
  <dcterms:created xsi:type="dcterms:W3CDTF">2021-07-26T21:18:27Z</dcterms:created>
  <dcterms:modified xsi:type="dcterms:W3CDTF">2021-07-26T21:18:27Z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2052-11.1.0.10161</vt:lpwstr>
  </property>
</Properties>
</file>